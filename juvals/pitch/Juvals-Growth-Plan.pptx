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9f6b6b71-9870-1f37-a959-8758026bf852}">
          <p14:sldIdLst>
            <p14:sldId id="256"/>
          </p14:sldIdLst>
        </p14:section>
        <p14:section name="Today" id="{275633a5-9189-d478-60f3-f7658b03595a}">
          <p14:sldIdLst>
            <p14:sldId id="257"/>
            <p14:sldId id="258"/>
            <p14:sldId id="259"/>
            <p14:sldId id="260"/>
          </p14:sldIdLst>
        </p14:section>
        <p14:section name="Vision" id="{87dbefa8-af6f-accf-8f1c-3c8df630dca6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lan" id="{a15fb1ea-3e1e-f520-8a17-55d06e5bcfdb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 reply. Today: what they already have, where guests slip away, the system we propose, the plan and the price. Ask what they want most from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positive. Everything here comes from their own photos and menu. The point: the product is strong, the reach and the systems are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site on the TV or their phone. Show the menu search, the open-now chip, and the reserve form sending to Messenger.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road left to right. Every red box is money or a guest we lose today. Every green box is a module in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to 9%: more revenue for each extra star, for independent restaurants (US Yelp study). 31%: of consumers only use businesses rated 4.5 stars or higher, up from 17% a year before (US). 1 in 4: pesos of a typical delivery app order go to commission (20 to 33% by plan). A business QR costs about 1%. 95.8M: people in the Philippines reachable by Facebook ads, 82% of the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pitch. Eight tools that usually come from eight vendors, here sharing one guest list and one sales record. That is why reports finally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 exact flow in the Mogoba demo we built for Aparri: GCash and Maya by QR, staff confirm the money in the app, the order prints in the kitchen.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projection: now 27, month 3 72, month 6 117, month 12 207. Our estimate, from the reviews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 money is paid by Juval's directly to Meta, TikTok and the creators; our fee is separate. ₱5,600 always on, about ₱16,560 in growth months, about ₱38,720 at peak. Ads, VAT and creators, paid by you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Mogoba demo here. On BIR: Until Hapag is BIR-accredited, it prints order slips and you keep your registered invoices.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Mogoba stock screen on the tablet if they want to see it working. Recipes and par levels are set up with their cooks in week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Payroll is prepared, not filed: the owner or bookkeeper approves. Region II minimum ₱500 a day (RTWPB 2-24). Overtime +25%, night +10%, regular holiday 200%, special day 130%.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for the guest. Consent when we take the number. Unhappy guests reach the manager, and still see the Google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screen the owner will open every night. Ask what numbers they check today and 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a minute here. This is why a combined system is worth more than buying a POS from one company and ads from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by stage. Each stage starts only when the one before it is used by the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only, not in the client PDF. Prices are starting points; ad spend and payment fees are paid by Juval's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are our estimates. We agree the starting numbers together in week one and report against them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Then move to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start date, not for a yes. Offer the two-week review-card pilot as the low-risk first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verything Juval's does, connec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ople already drive here for the food and the gard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Your website is already l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ere guests slip away toda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numbers behind those lea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e system. We call it Hapa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der direct. Keep the whole pe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p the card. Leave a review. Rise on Ma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ach every town on your stretch of highwa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e bill. Three kitchen tickets. Three clear repor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now what's in the freezer and what each plate cos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ock in, clock out. Payroll ready on cut-off da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ive every guest a reason to come ba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val's and Lucia's, at a glance, from anyw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ach part makes the next one work bett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ve in stages, starting this mon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rt small. Add the rest when it pays for itself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rgets we will report on every mon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t in Cagayan, for restaurants like y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ext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IVNautomation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Juval's Growth Plan</dc:title>
  <dc:subject>PptxGenJS Presentation</dc:subject>
  <dc:creator>IVNautomation</dc:creator>
  <cp:lastModifiedBy>IVNautomation</cp:lastModifiedBy>
  <cp:revision>1</cp:revision>
  <dcterms:created xsi:type="dcterms:W3CDTF">2026-10-04T22:17:12Z</dcterms:created>
  <dcterms:modified xsi:type="dcterms:W3CDTF">2026-10-04T22:17:12Z</dcterms:modified>
</cp:coreProperties>
</file>